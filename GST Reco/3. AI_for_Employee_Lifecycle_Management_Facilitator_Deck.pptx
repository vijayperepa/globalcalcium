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82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7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introductions, and the one-line promise: every document on this screen gets drafted live today. Ask who has already used ChatGPT/Claude/Copilot for HR work — calibrate pace from the show of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guide for a 3.5–4 hour session: formula 15 min, use cases 90–100 min, hands-on 30 min, checkpoint 15 min, roadmap 20 min, plus breaks. For a shorter session, cut use cases 5 and 8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example live rather than showing it pre-baked. Deliberately omit FORMAT once and show the messier output — the formula sticks when they see what happens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 — 60 seconds only. Point out the chain: 1 feeds 2, 2 feeds 3, 3 feeds 4. Cases 5–8 are independent quick wins; case 9 is the insight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session's demo series here — the JD becomes the input for the next two use cases, so save the output. Show one iteration follow-up live; that lands better than a perfect first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the JD generated in the previous demo — participants see one artefact feeding the next. Stress that AI does not know their revenue plan; targets are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'weeks of consulting work in minutes' moment. If time allows, run the scaling prompt for a second function to prove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link in the chain: framework in, career path out. Connect back to slides 5–7 so participants see the compounding value of reusable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demo. Swap 'Marketing Manager' for 'Data Analyst' and re-run — the room sees personalisation take 10 seconds instead of an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teaching point here is format control, not content. Show the same request without the format instruction first, then with it — the contrast teaches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iteration is the star: ask the model for the extension letter, then refine tone twice on screen. HR audiences immediately map this to real difficult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section fast — volume and speed are the message. Generate two or three different forms in under five minutes,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this for last — it reframes everything before it. Prepare 15 realistic anonymised responses in advance; the live theme analysis is the moment people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as empowerment, not fear: AI makes HR faster, the checkpoint keeps HR accountable. Reference the Amazon recruiting-tool bias case if asked for a real failure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distributing the prompt library handout. Collect one committed action per participant — 'what will you ship this month' — and offer a 30-day follow-up check-in if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4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Employee
</a:t>
            </a:r>
            <a:r>
              <a:rPr lang="en-US" sz="5400" b="1">
                <a:solidFill>
                  <a:srgbClr val="C0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Management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E0CD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 session for HR professionals — nine documents your team writes every quarter, drafted in minutes and reviewed by humans.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5393863"/>
            <a:ext cx="294803" cy="294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48256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319" y="5393863"/>
            <a:ext cx="294803" cy="2948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73552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615" y="5393863"/>
            <a:ext cx="294803" cy="29480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98848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911" y="5393863"/>
            <a:ext cx="294803" cy="294803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724144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0207" y="5393863"/>
            <a:ext cx="294803" cy="294803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949440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503" y="5393863"/>
            <a:ext cx="294803" cy="294803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174736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0799" y="5393863"/>
            <a:ext cx="294803" cy="294803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400032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6095" y="5393863"/>
            <a:ext cx="294803" cy="294803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10625328" y="5257800"/>
            <a:ext cx="566928" cy="56692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1391" y="5393863"/>
            <a:ext cx="294803" cy="29480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2296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80">
                <a:solidFill>
                  <a:srgbClr val="E0CD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DESCRIPTIONS  ·  KRAs &amp; KPIs  ·  COMPETENCIES  ·  CAREER PATHS  ·  INDUCTION  ·  ONBOARDING  ·  CONFIRMATION  ·  FORMS  ·  EXIT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session, and how it runs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teams spend a large share of their week producing documents — JDs, plans, forms, letters — mostly from a blank page.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AI collapses drafting from hours to minutes; the HR professional's job shifts from writer to reviewer.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nine use cases in this session chain together: the JD feeds the KRAs, the KRAs feed the competency framework, and so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58368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2148840"/>
            <a:ext cx="457200" cy="457200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0" y="20756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prompt formula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method used in every demo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2953512"/>
            <a:ext cx="457200" cy="457200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live use cases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way vs. AI way, each in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3758184"/>
            <a:ext cx="457200" cy="457200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36850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practice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participants write and run prompts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4562856"/>
            <a:ext cx="457200" cy="457200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44897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human checkpoint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accuracy, compliance, fit, bias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5367528"/>
            <a:ext cx="457200" cy="457200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52943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exercise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use case mapped to their org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prompt formula — teach it once, use it nine times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39696" cy="1600200"/>
          </a:xfrm>
          <a:prstGeom prst="roundRect">
            <a:avLst>
              <a:gd name="adj" fmla="val 5714"/>
            </a:avLst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029968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“Act as a senior HR consultant”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33472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2139696" cy="1600200"/>
          </a:xfrm>
          <a:prstGeom prst="roundRect">
            <a:avLst>
              <a:gd name="adj" fmla="val 5714"/>
            </a:avLst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88920" y="16276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029968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“for a 200-person B2B SaaS firm”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3752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2139696" cy="1600200"/>
          </a:xfrm>
          <a:prstGeom prst="roundRect">
            <a:avLst>
              <a:gd name="adj" fmla="val 5714"/>
            </a:avLst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6276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029968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“create a job description for…”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14032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69480" y="1463040"/>
            <a:ext cx="2139696" cy="1600200"/>
          </a:xfrm>
          <a:prstGeom prst="roundRect">
            <a:avLst>
              <a:gd name="adj" fmla="val 5714"/>
            </a:avLst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69480" y="16276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06640" y="2029968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“as a table / letter / checklist”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54312" y="19659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0" y="1463040"/>
            <a:ext cx="2139696" cy="1600200"/>
          </a:xfrm>
          <a:prstGeom prst="roundRect">
            <a:avLst>
              <a:gd name="adj" fmla="val 5714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509760" y="162763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46920" y="2029968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>
                <a:solidFill>
                  <a:srgbClr val="E0CD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“neutral language, one page max”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3767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FIVE TOGETHER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“Act as a senior HR consultant for a 200-person B2B SaaS firm. Create a job description for a Customer Success Lead as a one-page document with sections for summary, responsibilities and qualifications. Use inclusive, gender-neutral language.”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Reinforce the formula at the start of every demo — by use case four, participants predict the prompt before you type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documents, one method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artefact below follows the same arc: old way (blank page, hours) → AI way (structured prompt, minutes) → human review.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92" y="2111532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6537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Job Descriptions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Draft, iterate, de-bias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11396" y="1481328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12564" y="1984248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848" y="2111532"/>
            <a:ext cx="275783" cy="2757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80076" y="186537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KRAs &amp; KPIs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goals from any JD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074152" y="1481328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275320" y="1984248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604" y="211153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42832" y="1865376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Competency Framework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Levels &amp; indicators at scale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548640" y="3191256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49808" y="3694176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92" y="3821460"/>
            <a:ext cx="275783" cy="2757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57530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Career Paths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 &amp; lateral maps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4311396" y="3191256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512564" y="3694176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848" y="3821460"/>
            <a:ext cx="275783" cy="27578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80076" y="357530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Induction Plans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30-60-90, personalised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8074152" y="3191256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275320" y="3694176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604" y="3821460"/>
            <a:ext cx="275783" cy="27578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42832" y="3575304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Onboarding Checklist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owner and timeline</a:t>
            </a:r>
            <a:endParaRPr lang="en-US" sz="1550" dirty="0"/>
          </a:p>
        </p:txBody>
      </p:sp>
      <p:sp>
        <p:nvSpPr>
          <p:cNvPr id="28" name="Shape 20"/>
          <p:cNvSpPr/>
          <p:nvPr/>
        </p:nvSpPr>
        <p:spPr>
          <a:xfrm>
            <a:off x="548640" y="4901184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1"/>
          <p:cNvSpPr/>
          <p:nvPr/>
        </p:nvSpPr>
        <p:spPr>
          <a:xfrm>
            <a:off x="749808" y="5404104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092" y="5531388"/>
            <a:ext cx="275783" cy="27578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5285232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Confirmation Reviews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&amp; outcome letters</a:t>
            </a:r>
            <a:endParaRPr lang="en-US" sz="1550" dirty="0"/>
          </a:p>
        </p:txBody>
      </p:sp>
      <p:sp>
        <p:nvSpPr>
          <p:cNvPr id="32" name="Shape 23"/>
          <p:cNvSpPr/>
          <p:nvPr/>
        </p:nvSpPr>
        <p:spPr>
          <a:xfrm>
            <a:off x="4311396" y="4901184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>
            <a:off x="4512564" y="5404104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9848" y="5531388"/>
            <a:ext cx="275783" cy="27578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80076" y="5285232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HR Forms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form in minutes</a:t>
            </a:r>
            <a:endParaRPr lang="en-US" sz="1550" dirty="0"/>
          </a:p>
        </p:txBody>
      </p:sp>
      <p:sp>
        <p:nvSpPr>
          <p:cNvPr id="36" name="Shape 26"/>
          <p:cNvSpPr/>
          <p:nvPr/>
        </p:nvSpPr>
        <p:spPr>
          <a:xfrm>
            <a:off x="8074152" y="4901184"/>
            <a:ext cx="3566160" cy="1536192"/>
          </a:xfrm>
          <a:prstGeom prst="roundRect">
            <a:avLst>
              <a:gd name="adj" fmla="val 5952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7"/>
          <p:cNvSpPr/>
          <p:nvPr/>
        </p:nvSpPr>
        <p:spPr>
          <a:xfrm>
            <a:off x="8275320" y="5404104"/>
            <a:ext cx="530352" cy="53035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2604" y="5531388"/>
            <a:ext cx="275783" cy="27578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42832" y="5285232"/>
            <a:ext cx="2560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Exit Interviews</a:t>
            </a:r>
            <a:endParaRPr lang="en-US" sz="15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insight mining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Descriptions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1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the prompt: role title, seniority, reporting line, team size and company context.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live — “make it more startup-friendly”, “add remote work expectations”.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 with a bias pass: flag gendered, age-coded or aggressive language.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“Create a job description for a Senior Sales Manager in a B2B SaaS company: 8+ years' experience, reports to VP Sales, leads a team of 5. Include role summary, responsibilities, qualifications and success metrics.”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end with a bias check — ask AI to flag loaded language before the JD ships.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KRAs &amp; KPIs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2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JD and derive 4–6 KRAs with 2–3 SMART KPIs under each.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weightage per KRA totalling 100% plus quarterly targets.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chain: JD → KRA → KPI stays aligned automatically.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“From this job description [paste], generate 5 KRAs with 2–3 SMART KPIs each, a weightage per KRA totalling 100%, and suggested quarterly targets.”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drafts the framework; managers must validate targets against real business numbers.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Competency Framework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3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behavioural + functional competencies with L1–L5 proficiency levels.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 observable behavioural indicators for every level — not vague labels.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one role's framework across an entire job family in a second prompt.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“Create a competency framework for the finance function with 4 job levels. Include 4 core, 3 leadership and 5 functional competencies, with definitions and observable behavioural indicators per level.”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Consistency is the win — AI applies one structure everywhere; consultants take weeks.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Paths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4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vertical paths from the competency framework: levels, tenure, jumps.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the skill gap between each level and actions to bridge it.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lateral moves too — e.g. recruiter → HRBP — which manual ladders miss.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“Based on this competency framework [paste], map a career path from HR Executive to CHRO: levels, typical tenure, competency jumps between levels, and recommended development interventions.”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lateral moves explicitly — most hand-built career ladders leave them out.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Induction Plans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5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role-specific Day 1 / Week 1 / 30-60-90 plans with checkpoints.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stakeholders to meet and systems to learn per phase.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prompt, different role — instant personalisation. Demo two roles live.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“Create a 30-60-90 day induction plan for a new Marketing Manager: stakeholder meetings, deliverables per phase, and manager check-in points.”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Personalisation at scale is the wow moment — run the same prompt for two roles.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Checklist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6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the checklist by owner: HR, IT, hiring manager, buddy.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 by timeline: pre-joining → Day 1 → Week 1 → 30 days.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a table with a status column — paste-ready for Excel trackers.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“Create an onboarding checklist for a mid-level hire, organised by owner (HR / IT / Manager) and timeline (pre-joining to 30 days), as a table with a status column.”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 output formatting — “as a table with a status column” makes it Excel-ready.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Confirmation Reviews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7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probation review template with a KRA-linked 5-point rating scale.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decision options: confirm / extend / exit, with manager comments.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the outcome letters — especially the tactful “probation extended” one.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“Create a probation confirmation review template with a 5-point rating scale linked to KRAs, plus draft letters for confirmation and for probation extension.”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 letters showcase tone control — try “make it firm but supportive”.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Forms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8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Rapid-fire generation: leave, expense, grievance, transfer, data-change forms.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proper fields, declarations and an approval workflow every time.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compliance instruction naming the country — then verify with counsel.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“Create an employee grievance form with employee details, grievance category, description, prior escalation, a declaration, and a 3-step approval workflow. Ensure fields align with [country] labour law requirements.”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can miss local law — the compliance line helps, but legal review stays mandatory.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542056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38404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Interviews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32688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9 OF 9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TEACH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a structured questionnaire: role, manager, culture, pay, would-you-return.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the advanced use: paste anonymised responses for theme + sentiment analysis.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attrition patterns and concrete retention actions, not just summaries.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89320" y="1417320"/>
            <a:ext cx="5650992" cy="3794760"/>
          </a:xfrm>
          <a:prstGeom prst="roundRect">
            <a:avLst>
              <a:gd name="adj" fmla="val 2892"/>
            </a:avLst>
          </a:prstGeom>
          <a:solidFill>
            <a:srgbClr val="4A42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“Here are 15 anonymised exit interview responses [paste]. Identify the top 5 attrition themes, sentiment by department, and 3 recommended retention actions.”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EBD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698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5532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>
                <a:solidFill>
                  <a:srgbClr val="B455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LESSON   </a:t>
            </a:r>
            <a:r>
              <a:rPr lang="en-US" sz="1450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turns AI from a writing tool into an insight tool — expect the session's biggest reaction.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checkpoint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demo ends the same way: AI drafts, HR validates. Four checks before any artefact leaves the building.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21792" cy="62179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" y="1886590"/>
            <a:ext cx="323332" cy="3233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27632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Facts, figures, names and role details verified by the HR owner — AI invents plausible-sounding specifics.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852928"/>
            <a:ext cx="621792" cy="62179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0" y="3002158"/>
            <a:ext cx="323332" cy="3233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7432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language checked against local labour law by counsel — the compliance prompt line helps but never suffices.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40080" y="3968496"/>
            <a:ext cx="621792" cy="62179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0" y="4117726"/>
            <a:ext cx="323332" cy="3233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858768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Tone and content aligned with company culture, policy and existing frameworks before publishing.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40080" y="5084064"/>
            <a:ext cx="621792" cy="621792"/>
          </a:xfrm>
          <a:prstGeom prst="ellipse">
            <a:avLst/>
          </a:prstGeom>
          <a:solidFill>
            <a:srgbClr val="B455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310" y="5233294"/>
            <a:ext cx="323332" cy="3233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974336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>
                <a:solidFill>
                  <a:srgbClr val="2E2A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Screened for gendered, age-coded or exclusionary language — ask AI itself to run the first pass.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7A7A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Mention once: the EU AI Act classes employment-related AI as high-risk — human oversight is a legal expectation, not a courtesy.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4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drafts. </a:t>
            </a:r>
            <a:r>
              <a:rPr lang="en-US" sz="4800" b="1">
                <a:solidFill>
                  <a:srgbClr val="C0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decides.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C0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ROADMAP EXERCISE — 20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4A4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651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one — each participant chooses the use case with the biggest payoff in their organisation.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447288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4A4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4015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prompt — using the five-part formula, with their real role names and context.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97096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4A4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15137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and refine — execute it live, iterate once, and note what the human checkpoint must verify.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946904"/>
            <a:ext cx="457200" cy="457200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4A42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F6EE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in two minutes — the output, the surprise, and the first thing they will ship this month.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E0CD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Handout: the AI Prompt Library for HR — all nine master prompts, iteration follow-ups and pro tips to take home.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2109</Words>
  <Application>Microsoft Office PowerPoint</Application>
  <PresentationFormat>Widescreen</PresentationFormat>
  <Paragraphs>196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Vijay Perepa</cp:lastModifiedBy>
  <cp:revision>2</cp:revision>
  <dcterms:created xsi:type="dcterms:W3CDTF">2026-08-18T11:53:43Z</dcterms:created>
  <dcterms:modified xsi:type="dcterms:W3CDTF">2026-08-18T13:36:29Z</dcterms:modified>
</cp:coreProperties>
</file>